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11173A"/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ln w="9525">
            <a:solidFill>
              <a:srgbClr val="FF2E9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 INSTITUTE OF TECHNOLOGY, VALACHIL, MANGALORE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&amp; DATA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MIRAETHON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FF2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 2 6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0360" y="2999232"/>
            <a:ext cx="6400800" cy="457200"/>
          </a:xfrm>
          <a:prstGeom prst="roundRect">
            <a:avLst>
              <a:gd name="adj" fmla="val 50000"/>
            </a:avLst>
          </a:prstGeom>
          <a:solidFill>
            <a:srgbClr val="11173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29992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MEETS BUSINESS CREATIVITY AT THE EVEREST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161B3F"/>
          </a:solidFill>
          <a:ln w="12700">
            <a:solidFill>
              <a:srgbClr val="2A3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94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SELECTED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041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Choose one: Retail &amp; Real Estate / Finance &amp; Investments / Health &amp; Wellness / Travel &amp; Food / Sports &amp; Fitness / Music &amp; OTT 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37033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161B3F"/>
          </a:solidFill>
          <a:ln w="12700">
            <a:solidFill>
              <a:srgbClr val="2A3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794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4041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Enter Team Name 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937760"/>
          <a:ext cx="10881360" cy="141732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/ Sem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55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Member 1 Name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USN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Branch / Sem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Member 2 Name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USN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Branch / Sem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Member 3 Name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USN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Branch / Sem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Member 4 Name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USN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Branch / Sem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A8AF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3A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/ Guide: [ Name ]        Contact: [ Phone / Email ]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09360" y="6446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SEPTEMBER 2026  |  SIT VALACHIL CAMPUS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ln w="12700">
            <a:solidFill>
              <a:srgbClr val="00E5FF">
                <a:alpha val="60000"/>
              </a:srgbClr>
            </a:solidFill>
            <a:prstDash val="solid"/>
          </a:ln>
        </p:spPr>
      </p:sp>
      <p:pic>
        <p:nvPicPr>
          <p:cNvPr id="4" name="Image 0" descr="icons/problem_00E5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3317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02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2E9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206240" y="5029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GAP ARE WE SOLVING?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06240" y="7772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206240" y="160020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4F6FC"/>
          </a:solidFill>
          <a:ln w="12700">
            <a:solidFill>
              <a:srgbClr val="DDE2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801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0E27"/>
          </a:solidFill>
          <a:ln/>
        </p:spPr>
      </p:sp>
      <p:sp>
        <p:nvSpPr>
          <p:cNvPr id="11" name="Text 8"/>
          <p:cNvSpPr/>
          <p:nvPr/>
        </p:nvSpPr>
        <p:spPr>
          <a:xfrm>
            <a:off x="443484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83480" y="174650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834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Describe the target users / businesses facing this problem ]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06240" y="32461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4F6FC"/>
          </a:solidFill>
          <a:ln w="12700">
            <a:solidFill>
              <a:srgbClr val="DDE2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34840" y="3447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0E27"/>
          </a:solidFill>
          <a:ln/>
        </p:spPr>
      </p:sp>
      <p:sp>
        <p:nvSpPr>
          <p:cNvPr id="16" name="Text 13"/>
          <p:cNvSpPr/>
          <p:nvPr/>
        </p:nvSpPr>
        <p:spPr>
          <a:xfrm>
            <a:off x="44348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83480" y="33924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gap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83480" y="37490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Explain what existing solutions miss or fail to address ]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206240" y="489204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4F6FC"/>
          </a:solidFill>
          <a:ln w="12700">
            <a:solidFill>
              <a:srgbClr val="DDE2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34840" y="50932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0E27"/>
          </a:solidFill>
          <a:ln/>
        </p:spPr>
      </p:sp>
      <p:sp>
        <p:nvSpPr>
          <p:cNvPr id="21" name="Text 18"/>
          <p:cNvSpPr/>
          <p:nvPr/>
        </p:nvSpPr>
        <p:spPr>
          <a:xfrm>
            <a:off x="443484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983480" y="503834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now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983480" y="539496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State the market size, urgency, or trend that makes this relevant today ]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MIRAETHON-2K26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11173A"/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ln w="9525">
            <a:solidFill>
              <a:srgbClr val="FF2E9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OUR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61B3F"/>
          </a:solidFill>
          <a:ln w="12700">
            <a:solidFill>
              <a:srgbClr val="2A3166"/>
            </a:solidFill>
            <a:prstDash val="solid"/>
          </a:ln>
        </p:spPr>
      </p:sp>
      <p:pic>
        <p:nvPicPr>
          <p:cNvPr id="7" name="Image 0" descr="icons/idea_FF2E9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627632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 2-3 sentences, describe your digital solution / product idea and how it directly solves the problem stated above. 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11173A"/>
          </a:solidFill>
          <a:ln w="12700">
            <a:solidFill>
              <a:srgbClr val="2A3166"/>
            </a:solidFill>
            <a:prstDash val="solid"/>
          </a:ln>
        </p:spPr>
      </p:sp>
      <p:pic>
        <p:nvPicPr>
          <p:cNvPr id="11" name="Image 1" descr="icons/check_00E5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015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34670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25880" y="36576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Describe core capability #1 ]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63640" y="32004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11173A"/>
          </a:solidFill>
          <a:ln w="12700">
            <a:solidFill>
              <a:srgbClr val="2A3166"/>
            </a:solidFill>
            <a:prstDash val="solid"/>
          </a:ln>
        </p:spPr>
      </p:sp>
      <p:pic>
        <p:nvPicPr>
          <p:cNvPr id="15" name="Image 2" descr="icons/check_00E5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40156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334670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Two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040880" y="36576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Describe core capability #2 ]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470916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11173A"/>
          </a:solidFill>
          <a:ln w="12700">
            <a:solidFill>
              <a:srgbClr val="2A3166"/>
            </a:solidFill>
            <a:prstDash val="solid"/>
          </a:ln>
        </p:spPr>
      </p:sp>
      <p:pic>
        <p:nvPicPr>
          <p:cNvPr id="19" name="Image 3" descr="icons/check_00E5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1032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485546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Three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325880" y="51663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Describe core capability #3 ]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263640" y="470916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11173A"/>
          </a:solidFill>
          <a:ln w="12700">
            <a:solidFill>
              <a:srgbClr val="2A3166"/>
            </a:solidFill>
            <a:prstDash val="solid"/>
          </a:ln>
        </p:spPr>
      </p:sp>
      <p:pic>
        <p:nvPicPr>
          <p:cNvPr id="23" name="Image 4" descr="icons/check_00E5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910328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40880" y="485546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Four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040880" y="51663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Describe core capability #4 ]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2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 (USP):  [ State your unique differentiator vs existing alternatives ]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MIRAETHON-2K26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HOW WE BUILD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E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 Stack &amp;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 w="12700">
            <a:solidFill>
              <a:srgbClr val="DD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1709928"/>
            <a:ext cx="640080" cy="640080"/>
          </a:xfrm>
          <a:prstGeom prst="ellipse">
            <a:avLst/>
          </a:prstGeom>
          <a:solidFill>
            <a:srgbClr val="0A0E27"/>
          </a:solidFill>
          <a:ln/>
        </p:spPr>
      </p:sp>
      <p:pic>
        <p:nvPicPr>
          <p:cNvPr id="6" name="Image 0" descr="icons/code_00E5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182880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e.g. React / Flutter ]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 w="12700">
            <a:solidFill>
              <a:srgbClr val="DDE2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20540" y="1709928"/>
            <a:ext cx="640080" cy="640080"/>
          </a:xfrm>
          <a:prstGeom prst="ellipse">
            <a:avLst/>
          </a:prstGeom>
          <a:solidFill>
            <a:srgbClr val="0A0E27"/>
          </a:solidFill>
          <a:ln/>
        </p:spPr>
      </p:sp>
      <p:pic>
        <p:nvPicPr>
          <p:cNvPr id="11" name="Image 1" descr="icons/server_00E5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182880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2697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e.g. Node.js / Django ]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 w="12700">
            <a:solidFill>
              <a:srgbClr val="DDE2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09460" y="1709928"/>
            <a:ext cx="640080" cy="640080"/>
          </a:xfrm>
          <a:prstGeom prst="ellipse">
            <a:avLst/>
          </a:prstGeom>
          <a:solidFill>
            <a:srgbClr val="0A0E27"/>
          </a:solidFill>
          <a:ln/>
        </p:spPr>
      </p:sp>
      <p:pic>
        <p:nvPicPr>
          <p:cNvPr id="16" name="Image 2" descr="icons/layers_00E5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332" y="1828800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2697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e.g. MongoDB / MySQL ]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1540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 w="12700">
            <a:solidFill>
              <a:srgbClr val="DDE2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898380" y="1709928"/>
            <a:ext cx="640080" cy="640080"/>
          </a:xfrm>
          <a:prstGeom prst="ellipse">
            <a:avLst/>
          </a:prstGeom>
          <a:solidFill>
            <a:srgbClr val="0A0E27"/>
          </a:solidFill>
          <a:ln/>
        </p:spPr>
      </p:sp>
      <p:pic>
        <p:nvPicPr>
          <p:cNvPr id="21" name="Image 3" descr="icons/cogs_00E5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252" y="182880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1540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006840" y="2697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e.g. Python, TensorFlow ]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WORKFLOW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3794760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0A0E27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" y="3794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User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2880360" y="37947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3383280" y="3794760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0A0E27"/>
          </a:solidFill>
          <a:ln/>
        </p:spPr>
      </p:sp>
      <p:sp>
        <p:nvSpPr>
          <p:cNvPr id="29" name="Text 23"/>
          <p:cNvSpPr/>
          <p:nvPr/>
        </p:nvSpPr>
        <p:spPr>
          <a:xfrm>
            <a:off x="3474720" y="3794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/ AI Engine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715000" y="37947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6217920" y="3794760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0A0E27"/>
          </a:solidFill>
          <a:ln/>
        </p:spPr>
      </p:sp>
      <p:sp>
        <p:nvSpPr>
          <p:cNvPr id="32" name="Text 26"/>
          <p:cNvSpPr/>
          <p:nvPr/>
        </p:nvSpPr>
        <p:spPr>
          <a:xfrm>
            <a:off x="6309360" y="3794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8549640" y="37947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8"/>
          <p:cNvSpPr/>
          <p:nvPr/>
        </p:nvSpPr>
        <p:spPr>
          <a:xfrm>
            <a:off x="9052560" y="3794760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0A0E27"/>
          </a:solidFill>
          <a:ln/>
        </p:spPr>
      </p:sp>
      <p:sp>
        <p:nvSpPr>
          <p:cNvPr id="35" name="Text 29"/>
          <p:cNvSpPr/>
          <p:nvPr/>
        </p:nvSpPr>
        <p:spPr>
          <a:xfrm>
            <a:off x="9144000" y="3794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Insights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DDE2F5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22960" y="5193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NOTES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822960" y="5468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A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Briefly note APIs/datasets required, key technical risks, and how the team plans to build a working prototype within the hackathon timeframe. ]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MIRAETHON-2K26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Implementation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11173A"/>
          </a:solidFill>
          <a:ln w="9525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ln w="9525">
            <a:solidFill>
              <a:srgbClr val="FF2E9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WHY IT WINS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Impact &amp; Business Model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61B3F"/>
          </a:solidFill>
          <a:ln w="12700">
            <a:solidFill>
              <a:srgbClr val="2A3166"/>
            </a:solidFill>
            <a:prstDash val="solid"/>
          </a:ln>
        </p:spPr>
      </p:sp>
      <p:pic>
        <p:nvPicPr>
          <p:cNvPr id="7" name="Image 0" descr="icons/rocket_00E5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484" y="167335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671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 Metric 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532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/ Reach potential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5087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61B3F"/>
          </a:solidFill>
          <a:ln w="12700">
            <a:solidFill>
              <a:srgbClr val="2A3166"/>
            </a:solidFill>
            <a:prstDash val="solid"/>
          </a:ln>
        </p:spPr>
      </p:sp>
      <p:pic>
        <p:nvPicPr>
          <p:cNvPr id="11" name="Image 1" descr="icons/chart_00E5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67335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1671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 Metric ]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83280" y="2532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Savings impact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15087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61B3F"/>
          </a:solidFill>
          <a:ln w="12700">
            <a:solidFill>
              <a:srgbClr val="2A3166"/>
            </a:solidFill>
            <a:prstDash val="solid"/>
          </a:ln>
        </p:spPr>
      </p:sp>
      <p:pic>
        <p:nvPicPr>
          <p:cNvPr id="15" name="Image 2" descr="icons/target_00E5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884" y="1673352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35040" y="21671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 Metric ]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126480" y="2532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778240" y="15087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61B3F"/>
          </a:solidFill>
          <a:ln w="12700">
            <a:solidFill>
              <a:srgbClr val="2A3166"/>
            </a:solidFill>
            <a:prstDash val="solid"/>
          </a:ln>
        </p:spPr>
      </p:sp>
      <p:pic>
        <p:nvPicPr>
          <p:cNvPr id="19" name="Image 3" descr="icons/users_00E5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6084" y="1673352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78240" y="21671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 Metric ]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8869680" y="2532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8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Businesses served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548640" y="31546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1173A"/>
          </a:solidFill>
          <a:ln w="12700">
            <a:solidFill>
              <a:srgbClr val="2A316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22960" y="3310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22960" y="3611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Explain how the solution generates revenue or sustains itself — e.g. subscription, commission, freemium, B2B licensing — and who pays for it. ]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5926"/>
            </a:avLst>
          </a:prstGeom>
          <a:ln w="15875">
            <a:solidFill>
              <a:srgbClr val="FF2E9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22960" y="4919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2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22960" y="5212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Close with a one-line vision statement — why this idea deserves to move forward to Round 2. ]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A8AF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2026-08-11T23:28:38Z</dcterms:created>
  <dcterms:modified xsi:type="dcterms:W3CDTF">2026-08-11T23:28:38Z</dcterms:modified>
</cp:coreProperties>
</file>